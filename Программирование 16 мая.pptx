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20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14.xml.rels" ContentType="application/vnd.openxmlformats-package.relationships+xml"/>
  <Override PartName="/ppt/slides/_rels/slide19.xml.rels" ContentType="application/vnd.openxmlformats-package.relationships+xml"/>
  <Override PartName="/ppt/slides/_rels/slide16.xml.rels" ContentType="application/vnd.openxmlformats-package.relationships+xml"/>
  <Override PartName="/ppt/slides/_rels/slide15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6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8.xml" ContentType="application/vnd.openxmlformats-officedocument.theme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0C121E-29D5-4E09-B787-29B6622D57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7C2429-887C-4AB3-B241-F81A6BC3270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03B2D2A-3343-491E-B462-9F1EE5EBF2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F7EFCF1-1252-4941-A2DA-21328CFACE2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7FB97DD-930C-4468-9080-CB110116E5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00BF120A-58B0-44D7-A92C-F4E0D05FB7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l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94D10FF-F673-4B7D-9E6C-E1B86BB0AE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B789CD6-0B73-41C8-BB2F-54CA96B06D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D447EAC-740B-4910-9A2B-62FCD969BB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BBE599A-FC6C-426B-B086-CF0E13D6F4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Text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F647E24-A9E7-41D2-A138-3296CDD056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85CE75-C4A5-4064-983B-FF3A17648F0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CBAAF1-B4CB-42A7-8727-ECA388B9CD38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7EECEB-D03E-40F6-8F2B-4374824FB90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333E93-A015-480C-AB75-2369A71E5114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664E77D-4D6F-4511-9B42-334E668132E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9B02C9-BE41-486E-B012-0C1DCC2B07E7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B152B0-4536-4128-9550-46CD193A0B1A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C92969-A58B-42F7-8B7C-F4E2AE895B99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6C6C152-3488-4A68-8E19-4EC8479CF28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7EB303-BE6F-4FBB-A117-BAE51F9FCF52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3200" spc="-1" strike="noStrike">
                <a:solidFill>
                  <a:schemeClr val="dk1"/>
                </a:solidFill>
                <a:latin typeface="Calibri Light"/>
              </a:rPr>
              <a:t>Образец заголовка</a:t>
            </a:r>
            <a:endParaRPr b="0" lang="ru-RU" sz="32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Второй уровень</a:t>
            </a:r>
            <a:endParaRPr b="0" lang="ru-RU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Calibri"/>
              </a:rPr>
              <a:t>Третий уровень</a:t>
            </a: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Четвертый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Calibri"/>
              </a:rPr>
              <a:t>Пятый уровень</a:t>
            </a:r>
            <a:endParaRPr b="0" lang="ru-RU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Calibri"/>
              </a:rPr>
              <a:t>Образец текста</a:t>
            </a:r>
            <a:endParaRPr b="0" lang="ru-RU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&lt;дата/время&gt;</a:t>
            </a: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FA7ED4-4A32-4609-B8AD-EA59EDEE8ABC}" type="slidenum">
              <a:rPr b="0" lang="ru-RU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&lt;номер&gt;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ru-RU" sz="6000" spc="-1" strike="noStrike">
                <a:solidFill>
                  <a:schemeClr val="dk1"/>
                </a:solidFill>
                <a:latin typeface="Calibri Light"/>
              </a:rPr>
              <a:t>Программирование</a:t>
            </a:r>
            <a:endParaRPr b="0" lang="ru-RU" sz="6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83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длину стороны квадрата. Вывести на экран площадь квадрата.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9" name="Shape 81"/>
          <p:cNvSpPr/>
          <p:nvPr/>
        </p:nvSpPr>
        <p:spPr>
          <a:xfrm>
            <a:off x="1014120" y="2894400"/>
            <a:ext cx="8862120" cy="30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длины стороны квадрата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side = float(input("Введите длину стороны квадрата: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Вычислите площади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side*side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print("Площадь квадрата:", area)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19360" y="169920"/>
            <a:ext cx="10515240" cy="270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сторон прямоугольника. Вывести на экран площадь прямоугольника.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1" name="Shape 84"/>
          <p:cNvSpPr/>
          <p:nvPr/>
        </p:nvSpPr>
        <p:spPr>
          <a:xfrm>
            <a:off x="853920" y="3365640"/>
            <a:ext cx="3599640" cy="47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float(input("Введите длину первой стороны: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 = float(input("Введите длину второй стороны: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a &lt;= 0 or b &lt;=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print("Ошибка: длины сторон должны быть больше нуля.")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a * b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print(f"Площадь прямоугольника: {area:.2f}")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print("Ошибка: введите корректные числовые значения.")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23360" y="487800"/>
            <a:ext cx="10515240" cy="2117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арифметическое.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3" name="Shape 87"/>
          <p:cNvSpPr/>
          <p:nvPr/>
        </p:nvSpPr>
        <p:spPr>
          <a:xfrm>
            <a:off x="486000" y="3007440"/>
            <a:ext cx="359964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print(f"Среднее арифметическое: {average:.2f}")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print("Ошибка: введите корректные числовые значения.")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57160" y="365040"/>
            <a:ext cx="10515240" cy="188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Вывести на экран их среднее геометрическое.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5" name="Shape 90"/>
          <p:cNvSpPr/>
          <p:nvPr/>
        </p:nvSpPr>
        <p:spPr>
          <a:xfrm>
            <a:off x="816120" y="2762280"/>
            <a:ext cx="359964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Ввод двух чисел от пользователя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Вычисление среднего арифметического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average = (num1 + num2)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Вывод результата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print("Среднее арифметическое:", average)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20760"/>
            <a:ext cx="10515240" cy="3076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длины катетов прямоугольного треугольника. Вывести на экран его гипотенузу и площадь.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7" name="Shape 93"/>
          <p:cNvSpPr/>
          <p:nvPr/>
        </p:nvSpPr>
        <p:spPr>
          <a:xfrm>
            <a:off x="919800" y="3497760"/>
            <a:ext cx="3599640" cy="66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import math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 = float(input("Введите длину первого катета: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 = float(input("Введите длину второго катета: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a &lt;= 0 or b &lt;=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print("Ошибка: длины катетов должны быть больше нуля.")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Более точный и безопасный способ вычисления гипотенузы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hypotenuse = math.hypot(a, b)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area = (a * b) 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print(f"Гипотенуза: {hypotenuse:.2f}")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print(f"Площадь: {area:.2f}")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print("Ошибка: введите корректные числовые значения.")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49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число N. Вывести на экран через запятую (N-1)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, N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, (N+1)</a:t>
            </a:r>
            <a:r>
              <a:rPr b="0" lang="ru-RU" sz="4400" spc="-1" strike="noStrike" baseline="30000">
                <a:solidFill>
                  <a:schemeClr val="dk1"/>
                </a:solidFill>
                <a:latin typeface="Calibri Light"/>
              </a:rPr>
              <a:t>2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79" name="Shape 96"/>
          <p:cNvSpPr/>
          <p:nvPr/>
        </p:nvSpPr>
        <p:spPr>
          <a:xfrm>
            <a:off x="882000" y="3497760"/>
            <a:ext cx="359964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 = int(input("Введите число N: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val1 = (n - 1)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val2 = n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val3 = (n + 1) **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print(f"{val1}, {val2}, {val3}")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print("Ошибка: введите целое число.")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8080" y="252000"/>
            <a:ext cx="10515240" cy="232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год. Вывести на экран ответ, является ли год високосным.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1" name="Shape 99"/>
          <p:cNvSpPr/>
          <p:nvPr/>
        </p:nvSpPr>
        <p:spPr>
          <a:xfrm>
            <a:off x="834840" y="3177360"/>
            <a:ext cx="3599640" cy="42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year = int(input("Введите год: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year &lt;=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print("Ошибка: год должен быть положительным числом.")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elif (year % 4 == 0 and year % 100 != 0) or (year % 400 == 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print("Год високосный")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print("Год не високосный")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print("Ошибка: введите корректное целое число.")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79880" y="311040"/>
            <a:ext cx="10515240" cy="257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целое число. Программа должна ответить, четным или нечетным является это число.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3" name="Shape 102"/>
          <p:cNvSpPr/>
          <p:nvPr/>
        </p:nvSpPr>
        <p:spPr>
          <a:xfrm>
            <a:off x="570960" y="3252600"/>
            <a:ext cx="3599640" cy="33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number = int(input("Введите целое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number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print("Число чётное")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print("Число нечётное")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print("Ошибка: введите корректное целое число.")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42080" y="443160"/>
            <a:ext cx="10515240" cy="2916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два числа. Если первое число меньше второго, то вычислить их сумму, иначе – разность первого и второго.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5" name="Shape 105"/>
          <p:cNvSpPr/>
          <p:nvPr/>
        </p:nvSpPr>
        <p:spPr>
          <a:xfrm>
            <a:off x="627480" y="3459960"/>
            <a:ext cx="3599640" cy="530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num1 = float(input("Введите первое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num2 = float(input("Введите второе число: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num1 &lt; num2: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result = num1 + num2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число меньше второго. Сумма: {result}")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result = num1 - num2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число не меньше второго. Разность: {result}")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print("Ошибка: пожалуйста, введите корректные числовые значения.")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1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первые 16 степеней числа 2.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Shape 108"/>
          <p:cNvSpPr/>
          <p:nvPr/>
        </p:nvSpPr>
        <p:spPr>
          <a:xfrm>
            <a:off x="919800" y="3148920"/>
            <a:ext cx="3599640" cy="119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print("Первые 16 степеней числа 2:")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range(16):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print(f"2^{i:&lt;2} = {2 ** i:&gt;5}")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четных чисел.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9" name="Shape 111"/>
          <p:cNvSpPr/>
          <p:nvPr/>
        </p:nvSpPr>
        <p:spPr>
          <a:xfrm>
            <a:off x="938520" y="2498040"/>
            <a:ext cx="3599640" cy="36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even_numbers = []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 % 2 ==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even_numbers.append(num)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print(f"Количество чётных чисел: {len(even_numbers)}")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even_numbers: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print(f"Сами числа: {even_numbers}")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79880" y="252720"/>
            <a:ext cx="10515240" cy="232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Подсчитать, сколько среди них положительных, сколько отрицательных и сколько нулей.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1" name="Shape 114"/>
          <p:cNvSpPr/>
          <p:nvPr/>
        </p:nvSpPr>
        <p:spPr>
          <a:xfrm>
            <a:off x="759600" y="2752920"/>
            <a:ext cx="3599640" cy="77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positive_count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negative_count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zero_count =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while True: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break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print("⚠️ Пожалуйста, введите целое число!")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num &gt;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positive_count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elif num &lt; 0: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negative_count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zero_count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print(f"Положительных: {positive_count}")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print(f"Отрицательных: {negative_count}")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print(f"Нулей: {zero_count}")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780080" y="780120"/>
            <a:ext cx="6167520" cy="251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10 целых чисел. Найти разницу между наибольшим и наименьшим.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3" name="Shape 117"/>
          <p:cNvSpPr/>
          <p:nvPr/>
        </p:nvSpPr>
        <p:spPr>
          <a:xfrm>
            <a:off x="674640" y="857160"/>
            <a:ext cx="3599640" cy="77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max_num = None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min_num = None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while True: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int(input(f"Число {i + 1}: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break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print("⚠️ Пожалуйста, введите целое число!")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max_num is None or num &gt; max_num: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max_num 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min_num is None or num &lt; min_num: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min_num = 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difference = max_num - min_num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print(f"Наибольшее число: {max_num}")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print(f"Наименьшее число: {min_num}")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print(f"Разница: {difference}")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469040" y="990360"/>
            <a:ext cx="6620400" cy="257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количество чисел, равных максимальному элементу массива.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5" name="Shape 120"/>
          <p:cNvSpPr/>
          <p:nvPr/>
        </p:nvSpPr>
        <p:spPr>
          <a:xfrm>
            <a:off x="608760" y="1253160"/>
            <a:ext cx="3599640" cy="50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numbers = []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print("Введите 10 целых чисел:")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for i in range(10):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numbers.append(int(input(f"Число {i + 1}: ")))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max_element = max(numbers)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count_max = numbers.count(max_element)  # Заменяет ручной цикл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print(f"Массив: {numbers}")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print(f"Максимальный элемент: {max_element}")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print(f"Количество чисел, равных максимальному: {count_max}")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16000" y="2581200"/>
            <a:ext cx="6843960" cy="157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массив А из 10 целых чисел. Подсчитать разницу между суммой всех элементов с четными индексами и суммой всех элементов с нечетными индексами.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7" name="Shape 123"/>
          <p:cNvSpPr/>
          <p:nvPr/>
        </p:nvSpPr>
        <p:spPr>
          <a:xfrm>
            <a:off x="7709760" y="621360"/>
            <a:ext cx="3599640" cy="228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while True: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num = int(input(f"Элемент с индексом {i}: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break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print("Пожалуйста, введите целое число.")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10000" y="374400"/>
            <a:ext cx="10515240" cy="224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Подсчитать количество арабских цифр в тексте, введенном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99" name="Shape 126"/>
          <p:cNvSpPr/>
          <p:nvPr/>
        </p:nvSpPr>
        <p:spPr>
          <a:xfrm>
            <a:off x="957600" y="2979000"/>
            <a:ext cx="3599640" cy="47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456000" y="3548160"/>
            <a:ext cx="5353200" cy="85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text = input("Введите текст: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count_digits = sum(1 for char in text if char.isdigit())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print(f"Количество цифр в тексте: {count_digits}")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221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Убрать из строки, введенной пользователем все пробелы, и распечатать ее.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2" name="Shape 129"/>
          <p:cNvSpPr/>
          <p:nvPr/>
        </p:nvSpPr>
        <p:spPr>
          <a:xfrm>
            <a:off x="948240" y="3111120"/>
            <a:ext cx="3599640" cy="55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"  Привет \t мир\n!  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Только обычные пробелы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text.replace(" ", "")          # "Привет\tмир\n!"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Все пробельные символы (пробелы, \t, \n, \r и т.д.)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"".join(text.split())          # "Приветмир!"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Только пробелы в начале и в конце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text.strip()                   # "Привет \t мир\n!"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Замена нескольких пробелов на один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" ".join(text.split())         # "Привет мир !"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27040" y="374400"/>
            <a:ext cx="10515240" cy="234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Распечатать первое слово из строки, введенной пользователем с клавиатуры.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4" name="Shape 132"/>
          <p:cNvSpPr/>
          <p:nvPr/>
        </p:nvSpPr>
        <p:spPr>
          <a:xfrm>
            <a:off x="665280" y="3261960"/>
            <a:ext cx="3599640" cy="42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import string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строку: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words = text.split()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words: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Удаляем стандартные знаки препинания с краёв слова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first_word = words[0].strip(string.punctuation)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print(f"Первое слово: {first_word}")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print("Вы не ввели ни одного слова.")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74200" y="431280"/>
            <a:ext cx="10515240" cy="21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4400" spc="-1" strike="noStrike">
                <a:solidFill>
                  <a:schemeClr val="dk1"/>
                </a:solidFill>
                <a:latin typeface="Calibri Light"/>
              </a:rPr>
              <a:t>Пользователь вводит с клавиатуры текст. Записать его в файл.</a:t>
            </a:r>
            <a:endParaRPr b="0" lang="ru-RU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6" name="Shape 135"/>
          <p:cNvSpPr/>
          <p:nvPr/>
        </p:nvSpPr>
        <p:spPr>
          <a:xfrm>
            <a:off x="646200" y="2960280"/>
            <a:ext cx="3599640" cy="366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filename = "output.txt"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text = input("Введите текст для записи в файл: 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with open(filename, 'w', encoding='utf-8') as file: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file.write(text + '\n')  # '\n' добавляется по желанию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print(f"✅ Текст успешно записан в '{filename}'")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OSError as 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print(f"❌ Ошибка записи: {e}")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375520" y="346320"/>
            <a:ext cx="6401160" cy="238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ru-RU" sz="2000" spc="-1" strike="noStrike">
                <a:solidFill>
                  <a:schemeClr val="dk1"/>
                </a:solidFill>
                <a:latin typeface="Calibri Light"/>
              </a:rPr>
              <a:t>Написать программу для следующей игры человека с компьютером. Человек загадывает некоторое число из диапазона [N,M], а компьютер должен отгадать это число за минимальное количество вопросов типа »да-нет» (Ваше число больше 25? Ваше число меньше 70? И т.д.)</a:t>
            </a:r>
            <a:endParaRPr b="0" lang="ru-RU" sz="20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8" name="Shape 138"/>
          <p:cNvSpPr/>
          <p:nvPr/>
        </p:nvSpPr>
        <p:spPr>
          <a:xfrm>
            <a:off x="174960" y="93240"/>
            <a:ext cx="8965800" cy="138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import math  # ← Удалить, не используется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def main():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print("=== Игра: Компьютер угадывает ваше число ===")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print("Загадайте целое число, а я попробую его отгадать.")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# Получение диапазона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while True: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try: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N = int(input("Введите нижнюю границу (N):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 = int(input("Введите верхнюю границу (M): "))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N &gt; M: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print("⚠️ N не может быть больше M. Попробуйте снова.")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break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except ValueError: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print("⚠️ Пожалуйста, введите целые числа.")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print(f"\nДиапазон: [{N}, {M}]. Отвечайте:")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print("'y'/'д' — Да, 'n'/'н' — Нет, 'q' — выход")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low, high, attempts = N, M, 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while low &lt;= high: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attempts +=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mid = (low + high) //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low == high: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confirm = input(f"Ваше число: {low}? (y/n/q): ").lower()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confirm in ['y', 'д', 'yes']: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print(f"🎉 Угадал! Число {low} за {attempts} попыток!")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elif confirm in ['q', 'quit', 'выход']: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print("Игра завершена.")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print("❓ Похоже, где-то закралась ошибка в ответах.")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answer = input(f"Ваше число больше {mid}? (y/n/q): ").lower()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answer in ['q', 'quit', 'выход']: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print("Игра завершена.")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return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elif answer in ['y', 'д', 'yes']: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low = mid + 1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elif answer in ['n', 'н', 'no']: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high = mid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else: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print("⚠️ Не понял. Используйте 'y' (да), 'n' (нет) или 'q' (выход).")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    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attempts -= 1  # Не считаем некорректный ввод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print("❓ Проверьте ответы: похоже, они противоречивы.")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if __name__ == "__main__":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    </a:t>
            </a: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main()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Normal.dotm</Template>
  <TotalTime>69</TotalTime>
  <Application>LibreOffice/7.6.7.2$Linux_X86_64 LibreOffice_project/60$Build-2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2026-05-15T20:11:14Z</dcterms:created>
  <dc:creator/>
  <dc:description/>
  <dc:language>ru-RU</dc:language>
  <cp:lastModifiedBy/>
  <dcterms:modified xsi:type="dcterms:W3CDTF">2026-05-16T13:54:04Z</dcterms:modified>
  <cp:revision>1</cp:revision>
  <dc:subject/>
  <dc:title/>
</cp:coreProperties>
</file>